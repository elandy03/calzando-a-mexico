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632344"/>
            <a:ext cx="5829300" cy="653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/>
              <a:t>● Start</a:t>
            </a:r>
          </a:p>
          <a:p>
            <a:r>
              <a:rPr sz="1350"/>
              <a:t>  ↓</a:t>
            </a:r>
          </a:p>
          <a:p>
            <a:r>
              <a:rPr sz="1350"/>
              <a:t>● SURTIDO recibe confirmación separación</a:t>
            </a:r>
          </a:p>
          <a:p>
            <a:r>
              <a:rPr sz="1350"/>
              <a:t>  ↓</a:t>
            </a:r>
          </a:p>
          <a:p>
            <a:r>
              <a:rPr sz="1350"/>
              <a:t>● Genera hoja surtido digital</a:t>
            </a:r>
          </a:p>
          <a:p>
            <a:r>
              <a:rPr sz="1350"/>
              <a:t>  ↓</a:t>
            </a:r>
          </a:p>
          <a:p>
            <a:r>
              <a:rPr sz="1350"/>
              <a:t>● Surtido / registrar piezas (portal)</a:t>
            </a:r>
          </a:p>
          <a:p>
            <a:r>
              <a:rPr sz="1350"/>
              <a:t>  ↓</a:t>
            </a:r>
          </a:p>
          <a:p>
            <a:r>
              <a:rPr sz="1350"/>
              <a:t>● Registrar productividad manual</a:t>
            </a:r>
          </a:p>
          <a:p>
            <a:r>
              <a:rPr sz="1350"/>
              <a:t>  ↓</a:t>
            </a:r>
          </a:p>
          <a:p>
            <a:r>
              <a:rPr sz="1350"/>
              <a:t>◆ ¿Sobrante?</a:t>
            </a:r>
          </a:p>
          <a:p>
            <a:r>
              <a:rPr sz="1350"/>
              <a:t>     ├─ Sí → Piso/Tapanco</a:t>
            </a:r>
          </a:p>
          <a:p>
            <a:r>
              <a:rPr sz="1350"/>
              <a:t>     └─ No → ↓</a:t>
            </a:r>
          </a:p>
          <a:p>
            <a:r>
              <a:rPr sz="1350"/>
              <a:t>              ● End surtido</a:t>
            </a:r>
          </a:p>
          <a:p>
            <a:endParaRPr sz="1350"/>
          </a:p>
          <a:p>
            <a:r>
              <a:rPr sz="1350"/>
              <a:t>--- LOOP TO RESURTIDO ---</a:t>
            </a:r>
          </a:p>
          <a:p>
            <a:endParaRPr sz="1350"/>
          </a:p>
          <a:p>
            <a:r>
              <a:rPr sz="1350"/>
              <a:t>● RESURTIDO recibe plan semanal</a:t>
            </a:r>
          </a:p>
          <a:p>
            <a:r>
              <a:rPr sz="1350"/>
              <a:t>  ↓</a:t>
            </a:r>
          </a:p>
          <a:p>
            <a:r>
              <a:rPr sz="1350"/>
              <a:t>● Ajusta plan</a:t>
            </a:r>
          </a:p>
          <a:p>
            <a:r>
              <a:rPr sz="1350"/>
              <a:t>  ↓</a:t>
            </a:r>
          </a:p>
          <a:p>
            <a:r>
              <a:rPr sz="1350"/>
              <a:t>● Programar equipo</a:t>
            </a:r>
          </a:p>
          <a:p>
            <a:r>
              <a:rPr sz="1350"/>
              <a:t>  ↓</a:t>
            </a:r>
          </a:p>
          <a:p>
            <a:r>
              <a:rPr sz="1350"/>
              <a:t>● Validar existencia piso</a:t>
            </a:r>
          </a:p>
          <a:p>
            <a:r>
              <a:rPr sz="1350"/>
              <a:t>  ↓</a:t>
            </a:r>
          </a:p>
          <a:p>
            <a:r>
              <a:rPr sz="1350"/>
              <a:t>◆ ¿Existe mercancía?</a:t>
            </a:r>
          </a:p>
          <a:p>
            <a:r>
              <a:rPr sz="1350"/>
              <a:t>     ├─ Sí → surtir piso → registrar manual → End resurtido</a:t>
            </a:r>
          </a:p>
          <a:p>
            <a:r>
              <a:rPr sz="1350"/>
              <a:t>     └─ No → faltante identificado →</a:t>
            </a:r>
          </a:p>
          <a:p>
            <a:r>
              <a:rPr sz="1350"/>
              <a:t>             ● Registrar Faltante en Portal</a:t>
            </a:r>
          </a:p>
          <a:p>
            <a:r>
              <a:rPr sz="1350"/>
              <a:t>             ● Marcar físicamente cajas como 'Demandadas'</a:t>
            </a:r>
          </a:p>
          <a:p>
            <a:r>
              <a:rPr sz="1350"/>
              <a:t>             → vuelve al Pool de Demanda SURTIDO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Citlalli Sherlyn Martinez Olvera</cp:lastModifiedBy>
  <cp:revision>2</cp:revision>
  <dcterms:created xsi:type="dcterms:W3CDTF">2013-01-27T09:14:16Z</dcterms:created>
  <dcterms:modified xsi:type="dcterms:W3CDTF">2025-11-06T14:29:13Z</dcterms:modified>
  <cp:category/>
</cp:coreProperties>
</file>