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ARQUITECTURA DE FLUJO TIENDA (TO-BE)</a:t>
            </a:r>
          </a:p>
          <a:p/>
          <a:p>
            <a:r>
              <a:t>Calidad (Recibo)</a:t>
            </a:r>
          </a:p>
          <a:p>
            <a:r>
              <a:t>  ● inspección</a:t>
            </a:r>
          </a:p>
          <a:p>
            <a:r>
              <a:t>  ● defectos = DETENCIÓN física + DIGITAL en portal</a:t>
            </a:r>
          </a:p>
          <a:p>
            <a:r>
              <a:t>  ● liberado = entra a separación</a:t>
            </a:r>
          </a:p>
          <a:p>
            <a:r>
              <a:t>        ↓</a:t>
            </a:r>
          </a:p>
          <a:p>
            <a:r>
              <a:t>SURTIDO</a:t>
            </a:r>
          </a:p>
          <a:p>
            <a:r>
              <a:t>  ● abastece racks</a:t>
            </a:r>
          </a:p>
          <a:p>
            <a:r>
              <a:t>  ● sobrantes = piso / tapanco</a:t>
            </a:r>
          </a:p>
          <a:p>
            <a:r>
              <a:t>        ↓</a:t>
            </a:r>
          </a:p>
          <a:p>
            <a:r>
              <a:t>RESURTIDO</a:t>
            </a:r>
          </a:p>
          <a:p>
            <a:r>
              <a:t>  ● mantiene disponibilidad</a:t>
            </a:r>
          </a:p>
          <a:p>
            <a:r>
              <a:t>  ● faltantes = marcan DEMANDA física + DIGITAL</a:t>
            </a:r>
          </a:p>
          <a:p>
            <a:r>
              <a:t>        ↓</a:t>
            </a:r>
          </a:p>
          <a:p>
            <a:r>
              <a:t>POOL ÚNICO DE DEMANDA (Físico + Portal)</a:t>
            </a:r>
          </a:p>
          <a:p>
            <a:r>
              <a:t>        ↓</a:t>
            </a:r>
          </a:p>
          <a:p>
            <a:r>
              <a:t>CAJA COBRO</a:t>
            </a:r>
          </a:p>
          <a:p>
            <a:r>
              <a:t>  ● venta confirmada = CIERRE demanda</a:t>
            </a:r>
          </a:p>
          <a:p>
            <a:r>
              <a:t>  ● ticket + artículos coinciden =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