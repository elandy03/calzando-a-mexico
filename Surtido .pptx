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● Start</a:t>
            </a:r>
          </a:p>
          <a:p>
            <a:r>
              <a:t>  ↓</a:t>
            </a:r>
          </a:p>
          <a:p>
            <a:r>
              <a:t>● Recibir confirmación de separación</a:t>
            </a:r>
          </a:p>
          <a:p>
            <a:r>
              <a:t>  ↓</a:t>
            </a:r>
          </a:p>
          <a:p>
            <a:r>
              <a:t>● Generar hoja digital de surtido (portal)</a:t>
            </a:r>
          </a:p>
          <a:p>
            <a:r>
              <a:t>  ↓</a:t>
            </a:r>
          </a:p>
          <a:p>
            <a:r>
              <a:t>● Identificar mercancía y asignar zona</a:t>
            </a:r>
          </a:p>
          <a:p>
            <a:r>
              <a:t>  ↓</a:t>
            </a:r>
          </a:p>
          <a:p>
            <a:r>
              <a:t>● Trasladar a nave</a:t>
            </a:r>
          </a:p>
          <a:p>
            <a:r>
              <a:t>  ↓</a:t>
            </a:r>
          </a:p>
          <a:p>
            <a:r>
              <a:t>● Surtir por curva</a:t>
            </a:r>
          </a:p>
          <a:p>
            <a:r>
              <a:t>  ↓</a:t>
            </a:r>
          </a:p>
          <a:p>
            <a:r>
              <a:t>● Registrar surtido (portal)</a:t>
            </a:r>
          </a:p>
          <a:p>
            <a:r>
              <a:t>  ↓</a:t>
            </a:r>
          </a:p>
          <a:p>
            <a:r>
              <a:t>● Registrar productividad (manual)</a:t>
            </a:r>
          </a:p>
          <a:p>
            <a:r>
              <a:t>  ↓</a:t>
            </a:r>
          </a:p>
          <a:p>
            <a:r>
              <a:t>◆ ¿Existe sobrante?</a:t>
            </a:r>
          </a:p>
          <a:p>
            <a:r>
              <a:t>     ├─ No → ● End</a:t>
            </a:r>
          </a:p>
          <a:p>
            <a:r>
              <a:t>     └─ Sí → ◆ ¿Cabe en piso?</a:t>
            </a:r>
          </a:p>
          <a:p>
            <a:r>
              <a:t>             ├─ Sí → ● Piso → ● End</a:t>
            </a:r>
          </a:p>
          <a:p>
            <a:r>
              <a:t>             └─ No → ● Tapanco → ● 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