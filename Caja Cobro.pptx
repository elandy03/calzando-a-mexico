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350" y="907500"/>
            <a:ext cx="5829300" cy="5701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/>
              <a:t>● Start</a:t>
            </a:r>
          </a:p>
          <a:p>
            <a:r>
              <a:rPr sz="1350"/>
              <a:t>  ↓</a:t>
            </a:r>
          </a:p>
          <a:p>
            <a:r>
              <a:rPr sz="1350"/>
              <a:t>● Revisar mercancía y condición</a:t>
            </a:r>
          </a:p>
          <a:p>
            <a:r>
              <a:rPr sz="1350"/>
              <a:t>  ↓</a:t>
            </a:r>
          </a:p>
          <a:p>
            <a:r>
              <a:rPr sz="1350"/>
              <a:t>◆ ¿Condición ok?</a:t>
            </a:r>
          </a:p>
          <a:p>
            <a:r>
              <a:rPr sz="1350"/>
              <a:t>     ├─ No → ● Detener mercancía + Informar cliente → ● End</a:t>
            </a:r>
          </a:p>
          <a:p>
            <a:r>
              <a:rPr sz="1350"/>
              <a:t>     └─ Sí → ↓</a:t>
            </a:r>
          </a:p>
          <a:p>
            <a:r>
              <a:rPr sz="1350"/>
              <a:t>              ● Pasar mercancía a caja</a:t>
            </a:r>
          </a:p>
          <a:p>
            <a:r>
              <a:rPr sz="1350"/>
              <a:t>              ↓</a:t>
            </a:r>
          </a:p>
          <a:p>
            <a:r>
              <a:rPr sz="1350"/>
              <a:t>              ● Solicitar/Escanear tarjeta suscripción</a:t>
            </a:r>
          </a:p>
          <a:p>
            <a:r>
              <a:rPr sz="1350"/>
              <a:t>              ↓</a:t>
            </a:r>
          </a:p>
          <a:p>
            <a:r>
              <a:rPr sz="1350"/>
              <a:t>              ● Informar estatus suscripción (si aplica)</a:t>
            </a:r>
          </a:p>
          <a:p>
            <a:r>
              <a:rPr sz="1350"/>
              <a:t>              ↓</a:t>
            </a:r>
          </a:p>
          <a:p>
            <a:r>
              <a:rPr sz="1350"/>
              <a:t>              ● Escanear artículos</a:t>
            </a:r>
          </a:p>
          <a:p>
            <a:r>
              <a:rPr sz="1350"/>
              <a:t>              ↓</a:t>
            </a:r>
          </a:p>
          <a:p>
            <a:r>
              <a:rPr sz="1350"/>
              <a:t>              ● Proceso de pago</a:t>
            </a:r>
          </a:p>
          <a:p>
            <a:r>
              <a:rPr sz="1350"/>
              <a:t>              ↓</a:t>
            </a:r>
          </a:p>
          <a:p>
            <a:r>
              <a:rPr sz="1350"/>
              <a:t>              ◆ ¿Cobro ok?</a:t>
            </a:r>
          </a:p>
          <a:p>
            <a:r>
              <a:rPr sz="1350"/>
              <a:t>                   ├─ No → ● Supervisor autoriza cancelación → ● End</a:t>
            </a:r>
          </a:p>
          <a:p>
            <a:r>
              <a:rPr sz="1350"/>
              <a:t>                   └─ Sí → ↓</a:t>
            </a:r>
          </a:p>
          <a:p>
            <a:r>
              <a:rPr sz="1350"/>
              <a:t>                            ● Entregar ticket</a:t>
            </a:r>
          </a:p>
          <a:p>
            <a:r>
              <a:rPr sz="1350"/>
              <a:t>                            ↓</a:t>
            </a:r>
          </a:p>
          <a:p>
            <a:r>
              <a:rPr sz="1350"/>
              <a:t>                            ● Escanear ticket + artículos</a:t>
            </a:r>
          </a:p>
          <a:p>
            <a:r>
              <a:rPr sz="1350"/>
              <a:t>                            ↓</a:t>
            </a:r>
          </a:p>
          <a:p>
            <a:r>
              <a:rPr sz="1350"/>
              <a:t>                            ◆ ¿Coinciden?</a:t>
            </a:r>
          </a:p>
          <a:p>
            <a:r>
              <a:rPr sz="1350"/>
              <a:t>                                 ├─ No → Detener pedido → ● End</a:t>
            </a:r>
          </a:p>
          <a:p>
            <a:r>
              <a:rPr sz="1350"/>
              <a:t>                                 └─ Sí → Entregar ticket + artículos → ●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Citlalli Sherlyn Martinez Olvera</cp:lastModifiedBy>
  <cp:revision>2</cp:revision>
  <dcterms:created xsi:type="dcterms:W3CDTF">2013-01-27T09:14:16Z</dcterms:created>
  <dcterms:modified xsi:type="dcterms:W3CDTF">2025-11-06T14:28:23Z</dcterms:modified>
  <cp:category/>
</cp:coreProperties>
</file>