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863840" cy="6035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● Start</a:t>
            </a:r>
          </a:p>
          <a:p>
            <a:r>
              <a:t>  ↓</a:t>
            </a:r>
          </a:p>
          <a:p>
            <a:r>
              <a:t>● Recibir confirmación de envío</a:t>
            </a:r>
          </a:p>
          <a:p>
            <a:r>
              <a:t>  ↓</a:t>
            </a:r>
          </a:p>
          <a:p>
            <a:r>
              <a:t>● Programar equipo de recibo</a:t>
            </a:r>
          </a:p>
          <a:p>
            <a:r>
              <a:t>  ↓</a:t>
            </a:r>
          </a:p>
          <a:p>
            <a:r>
              <a:t>● Descarga mercancía + valida vs guía</a:t>
            </a:r>
          </a:p>
          <a:p>
            <a:r>
              <a:t>  ↓</a:t>
            </a:r>
          </a:p>
          <a:p>
            <a:r>
              <a:t>◆ ¿Documentación válida?</a:t>
            </a:r>
          </a:p>
          <a:p>
            <a:r>
              <a:t>     ├─ No → Notificar tráfico → ● End</a:t>
            </a:r>
          </a:p>
          <a:p>
            <a:r>
              <a:t>     └─ Sí → ↓</a:t>
            </a:r>
          </a:p>
          <a:p>
            <a:r>
              <a:t>              ● Validar y contar pieza a pieza</a:t>
            </a:r>
          </a:p>
          <a:p>
            <a:r>
              <a:t>              ↓</a:t>
            </a:r>
          </a:p>
          <a:p>
            <a:r>
              <a:t>              ◆ ¿Desviaciones?</a:t>
            </a:r>
          </a:p>
          <a:p>
            <a:r>
              <a:t>                   ├─ Sí → Notificar control inventarios</a:t>
            </a:r>
          </a:p>
          <a:p>
            <a:r>
              <a:t>                   └─ No → ↓</a:t>
            </a:r>
          </a:p>
          <a:p>
            <a:r>
              <a:t>                            ● Registrar movimiento digital</a:t>
            </a:r>
          </a:p>
          <a:p>
            <a:r>
              <a:t>                            ↓</a:t>
            </a:r>
          </a:p>
          <a:p>
            <a:r>
              <a:t>                            ● Habilitar mercancía para Calidad o Surtido</a:t>
            </a:r>
          </a:p>
          <a:p>
            <a:r>
              <a:t>                            ↓</a:t>
            </a:r>
          </a:p>
          <a:p>
            <a:r>
              <a:t>                            ●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