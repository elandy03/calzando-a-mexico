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7724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● Start</a:t>
            </a:r>
          </a:p>
          <a:p>
            <a:r>
              <a:t>  ↓</a:t>
            </a:r>
          </a:p>
          <a:p>
            <a:r>
              <a:t>● Recibir plan mensual de inventarios</a:t>
            </a:r>
          </a:p>
          <a:p>
            <a:r>
              <a:t>  ↓</a:t>
            </a:r>
          </a:p>
          <a:p>
            <a:r>
              <a:t>● Ajustar plan si aplica</a:t>
            </a:r>
          </a:p>
          <a:p>
            <a:r>
              <a:t>  ↓</a:t>
            </a:r>
          </a:p>
          <a:p>
            <a:r>
              <a:t>● Programar equipo revisión</a:t>
            </a:r>
          </a:p>
          <a:p>
            <a:r>
              <a:t>  ↓</a:t>
            </a:r>
          </a:p>
          <a:p>
            <a:r>
              <a:t>● Contar pieza a pieza</a:t>
            </a:r>
          </a:p>
          <a:p>
            <a:r>
              <a:t>  ↓</a:t>
            </a:r>
          </a:p>
          <a:p>
            <a:r>
              <a:t>◆ ¿Se localiza mercancía?</a:t>
            </a:r>
          </a:p>
          <a:p>
            <a:r>
              <a:t>     ├─ Sí → seguir conteo</a:t>
            </a:r>
          </a:p>
          <a:p>
            <a:r>
              <a:t>     └─ No → buscar en otras ubicaciones → si no se encuentra = evidenciar</a:t>
            </a:r>
          </a:p>
          <a:p>
            <a:r>
              <a:t>  ↓</a:t>
            </a:r>
          </a:p>
          <a:p>
            <a:r>
              <a:t>◆ ¿Hay faltantes o sobrantes?</a:t>
            </a:r>
          </a:p>
          <a:p>
            <a:r>
              <a:t>     ├─ No → generar reporte final</a:t>
            </a:r>
          </a:p>
          <a:p>
            <a:r>
              <a:t>     └─ Sí → evidenciar + registrar ajustes</a:t>
            </a:r>
          </a:p>
          <a:p>
            <a:r>
              <a:t>  ↓</a:t>
            </a:r>
          </a:p>
          <a:p>
            <a:r>
              <a:t>● Cerrar acta en portal con trazabilidad</a:t>
            </a:r>
          </a:p>
          <a:p>
            <a:r>
              <a:t>  ↓</a:t>
            </a:r>
          </a:p>
          <a:p>
            <a:r>
              <a:t>●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